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9839841b09d4fbd" /><Relationship Type="http://schemas.openxmlformats.org/officeDocument/2006/relationships/extended-properties" Target="/docProps/app.xml" Id="Rd923c088f12e48c3" /><Relationship Type="http://schemas.openxmlformats.org/officeDocument/2006/relationships/officeDocument" Target="/ppt/presentation.xml" Id="R27abbc81ff67402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f3e33203e9447f"/>
  </p:sldMasterIdLst>
  <p:notesMasterIdLst>
    <p:notesMasterId xmlns:r="http://schemas.openxmlformats.org/officeDocument/2006/relationships" r:id="Rec4119311fb44074"/>
  </p:notesMasterIdLst>
  <p:sldIdLst>
    <p:sldId xmlns:r="http://schemas.openxmlformats.org/officeDocument/2006/relationships" id="256" r:id="R9cd80836be544676"/>
    <p:sldId xmlns:r="http://schemas.openxmlformats.org/officeDocument/2006/relationships" id="257" r:id="R7e0e66e5ceb240b8"/>
    <p:sldId xmlns:r="http://schemas.openxmlformats.org/officeDocument/2006/relationships" id="258" r:id="R659c8d265ee24cc8"/>
    <p:sldId xmlns:r="http://schemas.openxmlformats.org/officeDocument/2006/relationships" id="259" r:id="R3be27e5d6dcf4106"/>
    <p:sldId xmlns:r="http://schemas.openxmlformats.org/officeDocument/2006/relationships" id="260" r:id="R0cec1f7bf2774b40"/>
    <p:sldId xmlns:r="http://schemas.openxmlformats.org/officeDocument/2006/relationships" id="261" r:id="R053d7dc17e264e02"/>
    <p:sldId xmlns:r="http://schemas.openxmlformats.org/officeDocument/2006/relationships" id="262" r:id="Rad3616253c374f29"/>
    <p:sldId xmlns:r="http://schemas.openxmlformats.org/officeDocument/2006/relationships" id="263" r:id="R355260ecd8f14ed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f9c9f0dde343b3" /><Relationship Type="http://schemas.openxmlformats.org/officeDocument/2006/relationships/slideMaster" Target="/ppt/slideMasters/slideMaster1.xml" Id="Rcef3e33203e9447f" /><Relationship Type="http://schemas.openxmlformats.org/officeDocument/2006/relationships/notesMaster" Target="/ppt/notesMasters/notesMaster1.xml" Id="Rec4119311fb44074" /><Relationship Type="http://schemas.openxmlformats.org/officeDocument/2006/relationships/presProps" Target="/ppt/presProps.xml" Id="R245f5d4bb9424897" /><Relationship Type="http://schemas.openxmlformats.org/officeDocument/2006/relationships/tableStyles" Target="/ppt/tableStyles.xml" Id="Re9baa610197a4b30" /><Relationship Type="http://schemas.openxmlformats.org/officeDocument/2006/relationships/slide" Target="/ppt/slides/slide1.xml" Id="R9cd80836be544676" /><Relationship Type="http://schemas.openxmlformats.org/officeDocument/2006/relationships/slide" Target="/ppt/slides/slide2.xml" Id="R7e0e66e5ceb240b8" /><Relationship Type="http://schemas.openxmlformats.org/officeDocument/2006/relationships/slide" Target="/ppt/slides/slide3.xml" Id="R659c8d265ee24cc8" /><Relationship Type="http://schemas.openxmlformats.org/officeDocument/2006/relationships/slide" Target="/ppt/slides/slide4.xml" Id="R3be27e5d6dcf4106" /><Relationship Type="http://schemas.openxmlformats.org/officeDocument/2006/relationships/slide" Target="/ppt/slides/slide5.xml" Id="R0cec1f7bf2774b40" /><Relationship Type="http://schemas.openxmlformats.org/officeDocument/2006/relationships/slide" Target="/ppt/slides/slide6.xml" Id="R053d7dc17e264e02" /><Relationship Type="http://schemas.openxmlformats.org/officeDocument/2006/relationships/slide" Target="/ppt/slides/slide7.xml" Id="Rad3616253c374f29" /><Relationship Type="http://schemas.openxmlformats.org/officeDocument/2006/relationships/slide" Target="/ppt/slides/slide8.xml" Id="R355260ecd8f14ed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53fb47b72f4ba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77ac7799a74e67" /><Relationship Type="http://schemas.openxmlformats.org/officeDocument/2006/relationships/notesMaster" Target="/ppt/notesMasters/notesMaster1.xml" Id="R4fa3b5f03e6045f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9436dbe8f404b04" /><Relationship Type="http://schemas.openxmlformats.org/officeDocument/2006/relationships/notesMaster" Target="/ppt/notesMasters/notesMaster1.xml" Id="R6e29803a4ffe424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29410ad200740a3" /><Relationship Type="http://schemas.openxmlformats.org/officeDocument/2006/relationships/notesMaster" Target="/ppt/notesMasters/notesMaster1.xml" Id="R02bdaf6f9b81442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a6fc49654fa4bba" /><Relationship Type="http://schemas.openxmlformats.org/officeDocument/2006/relationships/notesMaster" Target="/ppt/notesMasters/notesMaster1.xml" Id="R6a39c8671a04462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5c0b3f5b024536" /><Relationship Type="http://schemas.openxmlformats.org/officeDocument/2006/relationships/notesMaster" Target="/ppt/notesMasters/notesMaster1.xml" Id="Rea7834c4674a417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d74cf116fa64e9f" /><Relationship Type="http://schemas.openxmlformats.org/officeDocument/2006/relationships/notesMaster" Target="/ppt/notesMasters/notesMaster1.xml" Id="R01a9956244164c3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ebaa1db207f496c" /><Relationship Type="http://schemas.openxmlformats.org/officeDocument/2006/relationships/notesMaster" Target="/ppt/notesMasters/notesMaster1.xml" Id="R65d08090b923420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2c5914c18894313" /><Relationship Type="http://schemas.openxmlformats.org/officeDocument/2006/relationships/notesMaster" Target="/ppt/notesMasters/notesMaster1.xml" Id="R89f9c385430548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68db0330934a0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a839195dc584d16" /><Relationship Type="http://schemas.openxmlformats.org/officeDocument/2006/relationships/slideLayout" Target="/ppt/slideLayouts/slideLayout1.xml" Id="R23d086376e744ba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3d086376e744ba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0d978680414c02" /><Relationship Type="http://schemas.openxmlformats.org/officeDocument/2006/relationships/notesSlide" Target="/ppt/notesSlides/notesSlide1.xml" Id="Rb0a5f65cae9c4dc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f6e8d4000c47a1" /><Relationship Type="http://schemas.openxmlformats.org/officeDocument/2006/relationships/notesSlide" Target="/ppt/notesSlides/notesSlide2.xml" Id="R2de466146ace498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dc6a6837eb4e28" /><Relationship Type="http://schemas.openxmlformats.org/officeDocument/2006/relationships/notesSlide" Target="/ppt/notesSlides/notesSlide3.xml" Id="R5ab3cacc1da84b9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63c9e5213745d0" /><Relationship Type="http://schemas.openxmlformats.org/officeDocument/2006/relationships/notesSlide" Target="/ppt/notesSlides/notesSlide4.xml" Id="R04a2ce92c70447d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99319a17114934" /><Relationship Type="http://schemas.openxmlformats.org/officeDocument/2006/relationships/notesSlide" Target="/ppt/notesSlides/notesSlide5.xml" Id="Rd4fdfbe408244ec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af994a27984b7d" /><Relationship Type="http://schemas.openxmlformats.org/officeDocument/2006/relationships/notesSlide" Target="/ppt/notesSlides/notesSlide6.xml" Id="Re95362b2f41a4cf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566156c23449e8" /><Relationship Type="http://schemas.openxmlformats.org/officeDocument/2006/relationships/notesSlide" Target="/ppt/notesSlides/notesSlide7.xml" Id="R4d30f25f5fc6442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8949991a1940a4" /><Relationship Type="http://schemas.openxmlformats.org/officeDocument/2006/relationships/notesSlide" Target="/ppt/notesSlides/notesSlide8.xml" Id="Rd6252b733a9e4ae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ED71811F-CEEA-457A-A2D5-FE111E63F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Pipeline
Playground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F6B90AEF-3B75-491B-BFED-9A9693C45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practical way to prove modern automation practices before enterprise rollout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D2560078-2315-46DB-B126-788186E39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Leadership brief</a:t>
            </a:r>
          </a:p>
        </p:txBody>
      </p:sp>
    </p:spTree>
    <p:extLst>
      <p:ext uri="{BB962C8B-B14F-4D97-AF65-F5344CB8AC3E}">
        <p14:creationId xmlns:p14="http://schemas.microsoft.com/office/powerpoint/2010/main" val="114303930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661FCEF3-D41A-4D3D-A3D9-E113AD654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80D38EB3-D3D5-4347-8D6C-15EF0006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automation problem starts before the playbook runs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66B7217C-7BA1-4499-9069-EA330E408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Today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Approved requests arrive incomplete. Build intent lives across tickets, CSV files, shares, inventories, and team memory.</a:t>
            </a:r>
          </a:p>
        </p:txBody>
      </p:sp>
      <p:sp>
        <p:nvSpPr>
          <p:cNvPr id="4" name="Content-Placeholder-3-5">
            <a:extLst xmlns:a="http://schemas.openxmlformats.org/drawingml/2006/main">
              <a:ext uri="{FF2B5EF4-FFF2-40B4-BE49-F238E27FC236}">
                <a16:creationId xmlns:a16="http://schemas.microsoft.com/office/drawing/2014/main" id="{906F6696-925E-41C1-882A-A9404D97F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35348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consequence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Servers wait in partial states. Developers fill data gaps. Handoffs are difficult to verify, and reusable automation remains risky.</a:t>
            </a:r>
          </a:p>
        </p:txBody>
      </p:sp>
    </p:spTree>
    <p:extLst>
      <p:ext uri="{BB962C8B-B14F-4D97-AF65-F5344CB8AC3E}">
        <p14:creationId xmlns:p14="http://schemas.microsoft.com/office/powerpoint/2010/main" val="82854623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ECD3C206-DB16-4ADB-A576-58B5BED0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37BCA33E-7DAF-407F-A67E-576D84B2E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durable manifest creates one shared record of intent and progress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A026CF19-289D-406B-B5A2-F444681B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Approved intent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Capture the request, approval, platform profile, placement, and ownership at origination.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730BFA07-C09A-4645-9EEA-7DA59157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Retained evidence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Preserve transitions, provider results, reconciliation, and successful handoff.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F42923A5-4071-4147-BBA9-851859537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Visible readiness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Show what is ready, what is blocked, who owns the missing value, and where execution resumes.</a:t>
            </a:r>
          </a:p>
        </p:txBody>
      </p:sp>
    </p:spTree>
    <p:extLst>
      <p:ext uri="{BB962C8B-B14F-4D97-AF65-F5344CB8AC3E}">
        <p14:creationId xmlns:p14="http://schemas.microsoft.com/office/powerpoint/2010/main" val="110986302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39CB45D9-52EE-4CF9-A1E8-C99CC23D2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F59FB73C-C176-4158-9761-BA01671DE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AAP executes short phases; the manifest carries the pause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419C3695-B449-4E06-BDF5-CC5D20F0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C9703D4F-0B25-4412-904A-5F5E5193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6298547A-BE1E-45EC-B000-1C230502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DF0F3A65-8CA9-4A1E-8B62-16D9AC4C0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Approval event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961AEC60-D366-4362-BAE9-D71BE7D8D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AAP execution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9F4D5E7F-3730-4CF9-8FC4-152A9008B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Next event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8260D070-C7E3-499F-A811-AE6786BCA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Assess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Run the ready phase or record blockers and exit normally.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2DA79E49-C839-44C5-9C2E-C93A77FC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Create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Create or load the build manifest using the request and approval identity.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9CEAEE55-0C55-44B6-859B-0F68859B2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Resume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New information triggers another run against the same durable state.</a:t>
            </a:r>
          </a:p>
        </p:txBody>
      </p:sp>
    </p:spTree>
    <p:extLst>
      <p:ext uri="{BB962C8B-B14F-4D97-AF65-F5344CB8AC3E}">
        <p14:creationId xmlns:p14="http://schemas.microsoft.com/office/powerpoint/2010/main" val="61298705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926E5533-6D6F-410A-B7B6-5157FC1EF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B22F6FD0-5798-4ADB-A5B8-B0671C37B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POC already produces evidence—not just diagrams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E3C9FE6E-066A-496F-B1F2-97197C0A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22406"/>
            <a:ext cx="5537168" cy="86515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Working now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F9E80C54-9677-44FF-9C6D-EAEBCB1B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902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91345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Blockers include source and owner</a:t>
            </a:r>
          </a:p>
        </p:txBody>
      </p:sp>
      <p:sp>
        <p:nvSpPr>
          <p:cNvPr id="5" name="Google-Shape-340-p61-6">
            <a:extLst xmlns:a="http://schemas.openxmlformats.org/drawingml/2006/main">
              <a:ext uri="{FF2B5EF4-FFF2-40B4-BE49-F238E27FC236}">
                <a16:creationId xmlns:a16="http://schemas.microsoft.com/office/drawing/2014/main" id="{35949F32-8FE1-4A34-90B0-078A57E5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015139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6" name="TextBox-11-7">
            <a:extLst xmlns:a="http://schemas.openxmlformats.org/drawingml/2006/main">
              <a:ext uri="{FF2B5EF4-FFF2-40B4-BE49-F238E27FC236}">
                <a16:creationId xmlns:a16="http://schemas.microsoft.com/office/drawing/2014/main" id="{869924BF-419D-46F0-944B-5FCAEA64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990279"/>
            <a:ext cx="5537168" cy="28846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Windows and Linux builds use one readiness evaluator and retain desired state through blocked-to-ready transitions.</a:t>
            </a:r>
          </a:p>
          <a:p xmlns:a="http://schemas.openxmlformats.org/drawingml/2006/main">
            <a:pPr algn="l">
              <a:def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Podman runs the same Linux execution environment used for role and integration validation.</a:t>
            </a:r>
          </a:p>
        </p:txBody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D201F05B-466C-46C8-84F7-ECC5BA9FD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599879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Stale lifecycle revisions fail</a:t>
            </a:r>
          </a:p>
        </p:txBody>
      </p:sp>
      <p:sp>
        <p:nvSpPr>
          <p:cNvPr id="8" name="Google-Shape-340-p61-9">
            <a:extLst xmlns:a="http://schemas.openxmlformats.org/drawingml/2006/main">
              <a:ext uri="{FF2B5EF4-FFF2-40B4-BE49-F238E27FC236}">
                <a16:creationId xmlns:a16="http://schemas.microsoft.com/office/drawing/2014/main" id="{C0B1852D-8E2F-4C4E-A6D2-AF0ADC8AB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624739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Content-Placeholder-10-10">
            <a:extLst xmlns:a="http://schemas.openxmlformats.org/drawingml/2006/main">
              <a:ext uri="{FF2B5EF4-FFF2-40B4-BE49-F238E27FC236}">
                <a16:creationId xmlns:a16="http://schemas.microsoft.com/office/drawing/2014/main" id="{D8B83C1A-64F6-4748-8B3A-42BFE9DDF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14813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86873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All current roles have Molecule tests</a:t>
            </a:r>
          </a:p>
        </p:txBody>
      </p:sp>
      <p:sp>
        <p:nvSpPr>
          <p:cNvPr id="10" name="Google-Shape-340-p61-11">
            <a:extLst xmlns:a="http://schemas.openxmlformats.org/drawingml/2006/main">
              <a:ext uri="{FF2B5EF4-FFF2-40B4-BE49-F238E27FC236}">
                <a16:creationId xmlns:a16="http://schemas.microsoft.com/office/drawing/2014/main" id="{2434BDF2-80D7-4254-B835-37995425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239578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1" name="Content-Placeholder-10-12">
            <a:extLst xmlns:a="http://schemas.openxmlformats.org/drawingml/2006/main">
              <a:ext uri="{FF2B5EF4-FFF2-40B4-BE49-F238E27FC236}">
                <a16:creationId xmlns:a16="http://schemas.microsoft.com/office/drawing/2014/main" id="{F7CFDD1D-4FE0-47BB-8329-9D82AD07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824317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86383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Duplicate events remain idempotent</a:t>
            </a:r>
          </a:p>
        </p:txBody>
      </p:sp>
      <p:sp>
        <p:nvSpPr>
          <p:cNvPr id="12" name="Google-Shape-340-p61-13">
            <a:extLst xmlns:a="http://schemas.openxmlformats.org/drawingml/2006/main">
              <a:ext uri="{FF2B5EF4-FFF2-40B4-BE49-F238E27FC236}">
                <a16:creationId xmlns:a16="http://schemas.microsoft.com/office/drawing/2014/main" id="{C4AA76D1-B6A8-437A-A482-4A50AADAD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849178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3" name="Content-Placeholder-10-14">
            <a:extLst xmlns:a="http://schemas.openxmlformats.org/drawingml/2006/main">
              <a:ext uri="{FF2B5EF4-FFF2-40B4-BE49-F238E27FC236}">
                <a16:creationId xmlns:a16="http://schemas.microsoft.com/office/drawing/2014/main" id="{8D07D182-7400-438B-9877-94DF955A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446681"/>
            <a:ext cx="3911632" cy="5487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96167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Examples use synthetic data only</a:t>
            </a:r>
          </a:p>
        </p:txBody>
      </p:sp>
      <p:sp>
        <p:nvSpPr>
          <p:cNvPr id="14" name="Google-Shape-340-p61-15">
            <a:extLst xmlns:a="http://schemas.openxmlformats.org/drawingml/2006/main">
              <a:ext uri="{FF2B5EF4-FFF2-40B4-BE49-F238E27FC236}">
                <a16:creationId xmlns:a16="http://schemas.microsoft.com/office/drawing/2014/main" id="{5C2DAC1B-2C02-460C-9D89-36D8B8CAF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471541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</p:spTree>
    <p:extLst>
      <p:ext uri="{BB962C8B-B14F-4D97-AF65-F5344CB8AC3E}">
        <p14:creationId xmlns:p14="http://schemas.microsoft.com/office/powerpoint/2010/main" val="83336977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9BA47A8F-32A7-4900-93D4-B8C59A708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56611E37-16D6-4BCF-981D-D95FB06C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same lab pattern can test other automation concepts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D5B2695A-968C-4BF4-BF55-79344E27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Define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Start with one operational problem, explicit interfaces, and measurable acceptance evidence.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DF15F47A-D6D5-487A-9C99-2FA7653E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Promote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Move one adapter at a time into non-production CI and AAP when targets and credentials exist.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F5BC9F59-157E-4164-BF61-6B7F006A8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Simulate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Mock unavailable systems so contracts, failure behavior, and handoffs can be tested safely.</a:t>
            </a:r>
          </a:p>
        </p:txBody>
      </p:sp>
    </p:spTree>
    <p:extLst>
      <p:ext uri="{BB962C8B-B14F-4D97-AF65-F5344CB8AC3E}">
        <p14:creationId xmlns:p14="http://schemas.microsoft.com/office/powerpoint/2010/main" val="64466467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3F537DF8-FAF2-444C-9C56-64D3D54FB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48038587-9FE3-4B51-BD15-E0EA64BC0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ten-minute demo can make five leadership claims tangible</a:t>
            </a:r>
          </a:p>
        </p:txBody>
      </p:sp>
      <p:cxnSp>
        <p:nvCxnSpPr>
          <p:cNvPr id="18" name="Google-Shape-2259-p159-4"/>
          <p:cNvCxnSpPr/>
          <p:nvPr/>
        </p:nvCxnSpPr>
        <p:spPr>
          <a:xfrm xmlns:a="http://schemas.openxmlformats.org/drawingml/2006/main">
            <a:off x="337757" y="534162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C6AC1D0B-CFAC-4551-920A-33B1FBE77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D5EF8DAE-76B4-44FF-A65A-E343ED8AD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F8E999E2-B6CE-4AC7-A0D3-7B822344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DAED23D7-C98B-4B50-89EF-C847B8317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C8D48AEC-FA18-42C0-9600-C60218D2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Request to record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Create Windows and Linux manifests from approved synthetic requests. Show provenance and owned mappings.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EB3D6A76-648D-4C77-9AB0-A24631620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4D5CF6D6-137E-4A75-94F0-19B302388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Failure without chaos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Replay a duplicate, reject an invalid request, and explain how blocked work exits cleanly.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997EB28B-6611-4708-8459-08C0FF4F9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EF307222-B2AC-4C80-B78B-788ED2F21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Evidence before promotion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Run readiness and Molecule tests in Podman, then connect the evidence to the S3, VMware, and AAP roadmap.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6116BFFC-8DAF-4B2F-B601-7EFD9CCF8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Control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A734247D-3394-4D7D-950D-98BFBA72E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Traceability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FA97266F-539D-4C59-9056-4B402EA11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Adoption</a:t>
            </a:r>
          </a:p>
        </p:txBody>
      </p:sp>
    </p:spTree>
    <p:extLst>
      <p:ext uri="{BB962C8B-B14F-4D97-AF65-F5344CB8AC3E}">
        <p14:creationId xmlns:p14="http://schemas.microsoft.com/office/powerpoint/2010/main" val="46562485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E5F3F16F-5E18-485D-B053-FCDF85D6C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Sponsor a focused pilot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EE6D557A-2B69-4808-9E09-DB10922C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One server-build use case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One non-production integration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Evidence reviewed before expansion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EA00393D-347B-439F-AC5B-DE1847C8E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Decision</a:t>
            </a:r>
          </a:p>
        </p:txBody>
      </p:sp>
    </p:spTree>
    <p:extLst>
      <p:ext uri="{BB962C8B-B14F-4D97-AF65-F5344CB8AC3E}">
        <p14:creationId xmlns:p14="http://schemas.microsoft.com/office/powerpoint/2010/main" val="9376117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2026-07-17T11:02:01.8180000Z</dcterms:created>
  <dcterms:modified xsi:type="dcterms:W3CDTF">2026-07-17T11:02:01.8180000Z</dcterms:modified>
</coreProperties>
</file>